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pptx_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1645920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920240"/>
            <a:ext cx="8686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 Canteen</a:t>
            </a:r>
            <a:endParaRPr lang="en-US" sz="4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Ordering System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777240" y="3611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Structures &amp; Algorithms CCP Project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77240" y="4160520"/>
            <a:ext cx="502920" cy="36576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4434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with: 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 •  JavaFX  •  Maven
</a:t>
            </a:r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Structures: 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• Queue • Linked List • BST • HashMap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Engineering Sciences and Technology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6583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canteen ordering during rush hours leads to long queues, lost order records, and no visibility into order status for students or staff.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5F7FC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8803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283464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Digitize Ordering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42900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browse a live menu and place orders from any device.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265176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5F7FC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28803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83464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Processing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46520" y="342900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are served strictly in the order they were placed (FIFO).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61772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5F7FC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8463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846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480060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Lookup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539496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and order history retrieval must be efficient, not linear scans.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461772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5F7FC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48463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846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86600" y="480060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Inventory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46520" y="539496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updates the moment an order is placed.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Canteen Ordering System  |  DSA CCP Project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JavaFX front-end talks to a single static data-holder class that owns every data structure.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2743200" cy="1188720"/>
          </a:xfrm>
          <a:prstGeom prst="roundRect">
            <a:avLst>
              <a:gd name="adj" fmla="val 5385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57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MainApplication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24231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JavaFX UI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(Login / Student / Admin views)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09160" y="1920240"/>
            <a:ext cx="2743200" cy="1188720"/>
          </a:xfrm>
          <a:prstGeom prst="roundRect">
            <a:avLst>
              <a:gd name="adj" fmla="val 5385"/>
            </a:avLst>
          </a:prstGeom>
          <a:solidFill>
            <a:srgbClr val="F2A93B"/>
          </a:solidFill>
          <a:ln/>
        </p:spPr>
      </p:sp>
      <p:sp>
        <p:nvSpPr>
          <p:cNvPr id="8" name="Text 6"/>
          <p:cNvSpPr/>
          <p:nvPr/>
        </p:nvSpPr>
        <p:spPr>
          <a:xfrm>
            <a:off x="4709160" y="2057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DataStore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46320" y="24231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class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all data structures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595360" y="1920240"/>
            <a:ext cx="2743200" cy="1188720"/>
          </a:xfrm>
          <a:prstGeom prst="roundRect">
            <a:avLst>
              <a:gd name="adj" fmla="val 5385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595360" y="2057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Classes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732520" y="24231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• MenuItem • Order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BSTNode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11880" y="2395728"/>
            <a:ext cx="1051560" cy="256032"/>
          </a:xfrm>
          <a:prstGeom prst="rightArrow">
            <a:avLst/>
          </a:prstGeom>
          <a:solidFill>
            <a:srgbClr val="5A6072"/>
          </a:solidFill>
          <a:ln/>
        </p:spPr>
      </p:sp>
      <p:sp>
        <p:nvSpPr>
          <p:cNvPr id="14" name="Shape 12"/>
          <p:cNvSpPr/>
          <p:nvPr/>
        </p:nvSpPr>
        <p:spPr>
          <a:xfrm>
            <a:off x="7498080" y="2395728"/>
            <a:ext cx="1051560" cy="256032"/>
          </a:xfrm>
          <a:prstGeom prst="rightArrow">
            <a:avLst/>
          </a:prstGeom>
          <a:solidFill>
            <a:srgbClr val="5A607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520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data structure is mapped to one core operation: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3291840" cy="402336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17" name="Shape 15"/>
          <p:cNvSpPr/>
          <p:nvPr/>
        </p:nvSpPr>
        <p:spPr>
          <a:xfrm>
            <a:off x="3840480" y="3977640"/>
            <a:ext cx="7772400" cy="402336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977640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(List&lt;User&gt;)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977640" y="3977640"/>
            <a:ext cx="7498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credential storage &amp; lookup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453128"/>
            <a:ext cx="32918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3840480" y="4453128"/>
            <a:ext cx="777240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453128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(LinkedList)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977640" y="4453128"/>
            <a:ext cx="7498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order processing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928616"/>
            <a:ext cx="3291840" cy="402336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25" name="Shape 23"/>
          <p:cNvSpPr/>
          <p:nvPr/>
        </p:nvSpPr>
        <p:spPr>
          <a:xfrm>
            <a:off x="3840480" y="4928616"/>
            <a:ext cx="7772400" cy="402336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928616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977640" y="4928616"/>
            <a:ext cx="7498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inventory management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404104"/>
            <a:ext cx="32918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3840480" y="5404104"/>
            <a:ext cx="777240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5404104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Tree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3977640" y="5404104"/>
            <a:ext cx="7498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items sorted by itemId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48640" y="5879592"/>
            <a:ext cx="3291840" cy="402336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33" name="Shape 31"/>
          <p:cNvSpPr/>
          <p:nvPr/>
        </p:nvSpPr>
        <p:spPr>
          <a:xfrm>
            <a:off x="3840480" y="5879592"/>
            <a:ext cx="7772400" cy="402336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5879592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3977640" y="5879592"/>
            <a:ext cx="7498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order history lookup per user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Canteen Ordering System  |  DSA CCP Project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UML Class Diagram</a:t>
            </a:r>
            <a:endParaRPr lang="en-US" sz="3000" dirty="0"/>
          </a:p>
        </p:txBody>
      </p:sp>
      <p:pic>
        <p:nvPicPr>
          <p:cNvPr id="3" name="Image 0" descr="/home/claude/pptx_assets/um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346704" y="1188720"/>
            <a:ext cx="5486400" cy="5486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Canteen Ordering System  |  DSA CCP Project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Flow — Login &amp; Order</a:t>
            </a:r>
            <a:endParaRPr lang="en-US" sz="2800" dirty="0"/>
          </a:p>
        </p:txBody>
      </p:sp>
      <p:pic>
        <p:nvPicPr>
          <p:cNvPr id="3" name="Image 0" descr="/home/claude/pptx_assets/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34440"/>
            <a:ext cx="3291840" cy="21031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1188720"/>
            <a:ext cx="3383280" cy="2148840"/>
          </a:xfrm>
          <a:prstGeom prst="roundRect">
            <a:avLst>
              <a:gd name="adj" fmla="val 2128"/>
            </a:avLst>
          </a:prstGeom>
          <a:solidFill>
            <a:srgbClr val="FFFFFF">
              <a:alpha val="0"/>
            </a:srgbClr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34290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Login Screen</a:t>
            </a:r>
            <a:endParaRPr lang="en-US" sz="1250" dirty="0"/>
          </a:p>
        </p:txBody>
      </p:sp>
      <p:pic>
        <p:nvPicPr>
          <p:cNvPr id="6" name="Image 1" descr="/home/claude/pptx_assets/student_pane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160520" y="1234440"/>
            <a:ext cx="7223760" cy="5029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60520" y="635508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Student Panel — menu (BST-sorted) + cart, places order (enqueue)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Canteen Ordering System  |  DSA CCP Project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Flow — Process Orders &amp; Inventory</a:t>
            </a:r>
            <a:endParaRPr lang="en-US" sz="2800" dirty="0"/>
          </a:p>
        </p:txBody>
      </p:sp>
      <p:pic>
        <p:nvPicPr>
          <p:cNvPr id="3" name="Image 0" descr="/home/claude/pptx_assets/admin_pane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188720"/>
            <a:ext cx="5394960" cy="4069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534924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— pending orders queue (FIFO), Process Next Order (dequeue)</a:t>
            </a:r>
            <a:endParaRPr lang="en-US" sz="1250" dirty="0"/>
          </a:p>
        </p:txBody>
      </p:sp>
      <p:pic>
        <p:nvPicPr>
          <p:cNvPr id="5" name="Image 1" descr="/home/claude/pptx_assets/inventor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188720"/>
            <a:ext cx="5394960" cy="40690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17920" y="534924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 (Linked List) — live stock view &amp; updates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Canteen Ordering System  |  DSA CCP Project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Case Walkthrough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Demonstrating FIFO order processing across two students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627632"/>
            <a:ext cx="384048" cy="38404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6276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86384" y="2011680"/>
            <a:ext cx="0" cy="630936"/>
          </a:xfrm>
          <a:prstGeom prst="line">
            <a:avLst/>
          </a:prstGeom>
          <a:noFill/>
          <a:ln w="15240">
            <a:solidFill>
              <a:srgbClr val="5A6BA8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234440" y="1554480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abdulrafay logs 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09360" y="1554480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ID 2 — student1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" y="2386584"/>
            <a:ext cx="384048" cy="38404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3865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86384" y="2770632"/>
            <a:ext cx="0" cy="630936"/>
          </a:xfrm>
          <a:prstGeom prst="line">
            <a:avLst/>
          </a:prstGeom>
          <a:noFill/>
          <a:ln w="15240">
            <a:solidFill>
              <a:srgbClr val="5A6BA8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1234440" y="2313432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Classic Burger + Cola Soda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09360" y="2313432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#1001 enqueued, total Rs. 7.49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" y="3145536"/>
            <a:ext cx="384048" cy="38404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1455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6384" y="3529584"/>
            <a:ext cx="0" cy="630936"/>
          </a:xfrm>
          <a:prstGeom prst="line">
            <a:avLst/>
          </a:prstGeom>
          <a:noFill/>
          <a:ln w="15240">
            <a:solidFill>
              <a:srgbClr val="5A6BA8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234440" y="3072384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farzainali logs in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3072384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ID 3 — student2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4360" y="3904488"/>
            <a:ext cx="384048" cy="38404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9044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86384" y="4288536"/>
            <a:ext cx="0" cy="630936"/>
          </a:xfrm>
          <a:prstGeom prst="line">
            <a:avLst/>
          </a:prstGeom>
          <a:noFill/>
          <a:ln w="15240">
            <a:solidFill>
              <a:srgbClr val="5A6BA8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234440" y="3831336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French Fries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09360" y="3831336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#1002 enqueued, total Rs. 2.99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94360" y="4663440"/>
            <a:ext cx="384048" cy="38404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4663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86384" y="5047488"/>
            <a:ext cx="0" cy="630936"/>
          </a:xfrm>
          <a:prstGeom prst="line">
            <a:avLst/>
          </a:prstGeom>
          <a:noFill/>
          <a:ln w="15240">
            <a:solidFill>
              <a:srgbClr val="5A6BA8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234440" y="4590288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mahendardev (admin) logs in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09360" y="4590288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next order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94360" y="5422392"/>
            <a:ext cx="384048" cy="38404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54223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234440" y="5349240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#1001 dequeued first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309360" y="5349240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verified — Order #1002 still pending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Canteen Ordering System  |  DSA CCP Project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Structures — Why Each One?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121408" cy="4297680"/>
          </a:xfrm>
          <a:prstGeom prst="roundRect">
            <a:avLst>
              <a:gd name="adj" fmla="val 2586"/>
            </a:avLst>
          </a:prstGeom>
          <a:solidFill>
            <a:srgbClr val="F5F7FC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463040"/>
            <a:ext cx="18470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/ List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194560"/>
            <a:ext cx="1847088" cy="182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331720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userArray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2880360"/>
            <a:ext cx="1847088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linear search on login — small, fixed user set.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52928" y="1234440"/>
            <a:ext cx="2121408" cy="4297680"/>
          </a:xfrm>
          <a:prstGeom prst="roundRect">
            <a:avLst>
              <a:gd name="adj" fmla="val 2586"/>
            </a:avLst>
          </a:prstGeom>
          <a:solidFill>
            <a:srgbClr val="F5F7FC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90088" y="1463040"/>
            <a:ext cx="18470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(LinkedList)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990088" y="2194560"/>
            <a:ext cx="1847088" cy="182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2990088" y="2331720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pendingOrderQueue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990088" y="2880360"/>
            <a:ext cx="1847088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first-come-first-served order processing.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157216" y="1234440"/>
            <a:ext cx="2121408" cy="4297680"/>
          </a:xfrm>
          <a:prstGeom prst="roundRect">
            <a:avLst>
              <a:gd name="adj" fmla="val 2586"/>
            </a:avLst>
          </a:prstGeom>
          <a:solidFill>
            <a:srgbClr val="F5F7FC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94376" y="1463040"/>
            <a:ext cx="18470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294376" y="2194560"/>
            <a:ext cx="1847088" cy="182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294376" y="2331720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inventoryLinkedList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294376" y="2880360"/>
            <a:ext cx="1847088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sequential storage with easy stock updates.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61504" y="1234440"/>
            <a:ext cx="2121408" cy="4297680"/>
          </a:xfrm>
          <a:prstGeom prst="roundRect">
            <a:avLst>
              <a:gd name="adj" fmla="val 2586"/>
            </a:avLst>
          </a:prstGeom>
          <a:solidFill>
            <a:srgbClr val="F5F7FC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98664" y="1463040"/>
            <a:ext cx="18470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Tree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598664" y="2194560"/>
            <a:ext cx="1847088" cy="182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598664" y="2331720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menuBST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598664" y="2880360"/>
            <a:ext cx="1847088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In-order traversal returns the menu already sorted by itemId.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765792" y="1234440"/>
            <a:ext cx="2121408" cy="4297680"/>
          </a:xfrm>
          <a:prstGeom prst="roundRect">
            <a:avLst>
              <a:gd name="adj" fmla="val 2586"/>
            </a:avLst>
          </a:prstGeom>
          <a:solidFill>
            <a:srgbClr val="F2A93B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02952" y="1463040"/>
            <a:ext cx="18470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902952" y="2194560"/>
            <a:ext cx="1847088" cy="182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9902952" y="2331720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userOrderGraph / orderMap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902952" y="2880360"/>
            <a:ext cx="1847088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average lookup of a user's order history.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Canteen Ordering System  |  DSA CCP Project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Work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achieved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5212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working JavaFX ordering system</a:t>
            </a:r>
            <a:endParaRPr lang="en-US" sz="135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core data structures applied purposefully</a:t>
            </a:r>
            <a:endParaRPr lang="en-US" sz="135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FIFO-fair order processing, verified by test case</a:t>
            </a:r>
            <a:endParaRPr lang="en-US" sz="135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inventory sync on every order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309360" y="15544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09360" y="2011680"/>
            <a:ext cx="5303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data with a real database (currently in-memory)</a:t>
            </a:r>
            <a:endParaRPr lang="en-US" sz="135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HashMap order-mapping with a true adjacency-list graph + BFS/DFS</a:t>
            </a:r>
            <a:endParaRPr lang="en-US" sz="135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payment gateway integration</a:t>
            </a:r>
            <a:endParaRPr lang="en-US" sz="135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when an order is ready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5806440"/>
            <a:ext cx="11064240" cy="18288"/>
          </a:xfrm>
          <a:prstGeom prst="rect">
            <a:avLst/>
          </a:prstGeom>
          <a:solidFill>
            <a:srgbClr val="3B448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989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—  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2026-07-23T16:55:31Z</dcterms:created>
  <dcterms:modified xsi:type="dcterms:W3CDTF">2026-07-23T16:55:31Z</dcterms:modified>
</cp:coreProperties>
</file>